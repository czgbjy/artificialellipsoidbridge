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66" d="100"/>
          <a:sy n="66" d="100"/>
        </p:scale>
        <p:origin x="418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757E-E486-4CD4-A685-4EAB97E5BF66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C6FB-D0F7-4D78-AB30-EA35189B6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516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757E-E486-4CD4-A685-4EAB97E5BF66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C6FB-D0F7-4D78-AB30-EA35189B6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18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757E-E486-4CD4-A685-4EAB97E5BF66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C6FB-D0F7-4D78-AB30-EA35189B6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037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757E-E486-4CD4-A685-4EAB97E5BF66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C6FB-D0F7-4D78-AB30-EA35189B6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249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757E-E486-4CD4-A685-4EAB97E5BF66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C6FB-D0F7-4D78-AB30-EA35189B6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887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757E-E486-4CD4-A685-4EAB97E5BF66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C6FB-D0F7-4D78-AB30-EA35189B6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161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757E-E486-4CD4-A685-4EAB97E5BF66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C6FB-D0F7-4D78-AB30-EA35189B6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93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757E-E486-4CD4-A685-4EAB97E5BF66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C6FB-D0F7-4D78-AB30-EA35189B6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4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757E-E486-4CD4-A685-4EAB97E5BF66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C6FB-D0F7-4D78-AB30-EA35189B6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007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757E-E486-4CD4-A685-4EAB97E5BF66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C6FB-D0F7-4D78-AB30-EA35189B6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820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8757E-E486-4CD4-A685-4EAB97E5BF66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C6FB-D0F7-4D78-AB30-EA35189B6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69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8757E-E486-4CD4-A685-4EAB97E5BF66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4C6FB-D0F7-4D78-AB30-EA35189B6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116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12" Type="http://schemas.openxmlformats.org/officeDocument/2006/relationships/image" Target="../media/image21.jpeg"/><Relationship Id="rId2" Type="http://schemas.openxmlformats.org/officeDocument/2006/relationships/image" Target="../media/image11.jpeg"/><Relationship Id="rId16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14.jpeg"/><Relationship Id="rId15" Type="http://schemas.openxmlformats.org/officeDocument/2006/relationships/image" Target="../media/image24.jpe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Relationship Id="rId1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726" y="0"/>
            <a:ext cx="1241074" cy="16550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80023" y="206887"/>
            <a:ext cx="1655089" cy="124131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42863" y="207473"/>
            <a:ext cx="1659776" cy="124483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04688" y="206887"/>
            <a:ext cx="1655088" cy="12413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61139" y="208158"/>
            <a:ext cx="1665259" cy="124894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11125" y="2212784"/>
            <a:ext cx="1655094" cy="12413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74235" y="2212787"/>
            <a:ext cx="1655091" cy="124131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37076" y="2213370"/>
            <a:ext cx="1659776" cy="124483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6" r="3108" b="21027"/>
          <a:stretch/>
        </p:blipFill>
        <p:spPr>
          <a:xfrm rot="5400000">
            <a:off x="5205975" y="2207581"/>
            <a:ext cx="1655094" cy="125173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0" b="19086"/>
          <a:stretch/>
        </p:blipFill>
        <p:spPr>
          <a:xfrm rot="5400000">
            <a:off x="6461725" y="2221836"/>
            <a:ext cx="1655094" cy="122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5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89631" y="239090"/>
            <a:ext cx="1912716" cy="143453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62895" y="239090"/>
            <a:ext cx="1912719" cy="143453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6" b="16324"/>
          <a:stretch/>
        </p:blipFill>
        <p:spPr>
          <a:xfrm rot="5400000">
            <a:off x="4269407" y="259311"/>
            <a:ext cx="1912718" cy="141379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710814" y="249684"/>
            <a:ext cx="1918691" cy="143901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7" t="9407"/>
          <a:stretch/>
        </p:blipFill>
        <p:spPr>
          <a:xfrm>
            <a:off x="3054513" y="-1"/>
            <a:ext cx="1451448" cy="19285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89632" y="2301570"/>
            <a:ext cx="1912717" cy="14345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62895" y="2301570"/>
            <a:ext cx="1912719" cy="143453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815424" y="2301569"/>
            <a:ext cx="1912718" cy="143453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266871" y="2301569"/>
            <a:ext cx="1912719" cy="143453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89303" y="4307839"/>
            <a:ext cx="1910084" cy="14325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5" t="13259" r="3960"/>
          <a:stretch/>
        </p:blipFill>
        <p:spPr>
          <a:xfrm rot="5400000">
            <a:off x="1352611" y="4315404"/>
            <a:ext cx="1910085" cy="141743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51" r="13550"/>
          <a:stretch/>
        </p:blipFill>
        <p:spPr>
          <a:xfrm rot="5400000">
            <a:off x="2794715" y="4307839"/>
            <a:ext cx="1910082" cy="143256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240757" y="4307839"/>
            <a:ext cx="1910084" cy="143256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2" r="6762"/>
          <a:stretch/>
        </p:blipFill>
        <p:spPr>
          <a:xfrm rot="5400000">
            <a:off x="5697849" y="4299535"/>
            <a:ext cx="1910084" cy="144916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718317" y="2301569"/>
            <a:ext cx="1912719" cy="143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73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6</cp:revision>
  <dcterms:created xsi:type="dcterms:W3CDTF">2025-10-24T11:53:00Z</dcterms:created>
  <dcterms:modified xsi:type="dcterms:W3CDTF">2025-10-27T12:52:37Z</dcterms:modified>
</cp:coreProperties>
</file>